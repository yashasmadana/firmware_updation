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Backend is NOT just UART forwarding</a:t>
            </a:r>
          </a:p>
          <a:p>
            <a:endParaRPr dirty="0"/>
          </a:p>
          <a:p>
            <a:r>
              <a:rPr dirty="0"/>
              <a:t>It can include:</a:t>
            </a:r>
          </a:p>
          <a:p>
            <a:r>
              <a:rPr dirty="0"/>
              <a:t>- Data logging</a:t>
            </a:r>
          </a:p>
          <a:p>
            <a:r>
              <a:rPr dirty="0"/>
              <a:t>- Analytics</a:t>
            </a:r>
          </a:p>
          <a:p>
            <a:r>
              <a:rPr dirty="0"/>
              <a:t>- Intelligence</a:t>
            </a:r>
          </a:p>
          <a:p>
            <a:r>
              <a:rPr dirty="0"/>
              <a:t>- System health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Advanced Backend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Web Frontend</a:t>
            </a:r>
          </a:p>
          <a:p>
            <a:r>
              <a:rPr lang="en-US" dirty="0"/>
              <a:t> </a:t>
            </a:r>
            <a:r>
              <a:rPr dirty="0"/>
              <a:t>REST / WebSocket</a:t>
            </a:r>
            <a:r>
              <a:rPr lang="en-US" dirty="0"/>
              <a:t>, </a:t>
            </a:r>
          </a:p>
          <a:p>
            <a:r>
              <a:rPr lang="en-US" dirty="0"/>
              <a:t>React.js, </a:t>
            </a:r>
          </a:p>
          <a:p>
            <a:r>
              <a:rPr lang="en-US" dirty="0"/>
              <a:t>Vanilla CSS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Backend Server (Python)</a:t>
            </a:r>
          </a:p>
          <a:p>
            <a:r>
              <a:rPr dirty="0"/>
              <a:t>- API Layer</a:t>
            </a:r>
          </a:p>
          <a:p>
            <a:r>
              <a:rPr dirty="0"/>
              <a:t>- UART Manager</a:t>
            </a:r>
          </a:p>
          <a:p>
            <a:r>
              <a:rPr dirty="0"/>
              <a:t>- Data Engine</a:t>
            </a:r>
          </a:p>
          <a:p>
            <a:r>
              <a:rPr dirty="0"/>
              <a:t>- Analytics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Firmware Update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 firmware update metrics:</a:t>
            </a:r>
          </a:p>
          <a:p>
            <a:r>
              <a:t>- Upload time</a:t>
            </a:r>
          </a:p>
          <a:p>
            <a:r>
              <a:t>- Packet retries</a:t>
            </a:r>
          </a:p>
          <a:p>
            <a:r>
              <a:t>- Failure rates</a:t>
            </a:r>
          </a:p>
          <a:p>
            <a:r>
              <a:t>- CRC mismatch count</a:t>
            </a:r>
          </a:p>
          <a:p>
            <a:endParaRPr/>
          </a:p>
          <a:p>
            <a:r>
              <a:t>Store data for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Logging &amp;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logs in:</a:t>
            </a:r>
          </a:p>
          <a:p>
            <a:r>
              <a:t>- SQLite (simple)</a:t>
            </a:r>
          </a:p>
          <a:p>
            <a:r>
              <a:t>- CSV / JSON files</a:t>
            </a:r>
          </a:p>
          <a:p>
            <a:endParaRPr/>
          </a:p>
          <a:p>
            <a:r>
              <a:t>Logged data:</a:t>
            </a:r>
          </a:p>
          <a:p>
            <a:r>
              <a:t>- Timestamp</a:t>
            </a:r>
          </a:p>
          <a:p>
            <a:r>
              <a:t>- Firmware version</a:t>
            </a:r>
          </a:p>
          <a:p>
            <a:r>
              <a:t>- Flash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&amp; Reliability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Analyze:</a:t>
            </a:r>
          </a:p>
          <a:p>
            <a:r>
              <a:t>- Communication stability</a:t>
            </a:r>
          </a:p>
          <a:p>
            <a:r>
              <a:t>- Error patterns</a:t>
            </a:r>
          </a:p>
          <a:p>
            <a:r>
              <a:t>- Device response time</a:t>
            </a:r>
          </a:p>
          <a:p>
            <a:endParaRPr/>
          </a:p>
          <a:p>
            <a:r>
              <a:t>Identify weak firmware builds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Visualization Dashboard</a:t>
            </a:r>
            <a:r>
              <a:rPr lang="en-US" dirty="0"/>
              <a:t> (optional but good if possible)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Charts &amp; plots:</a:t>
            </a:r>
          </a:p>
          <a:p>
            <a:r>
              <a:rPr dirty="0"/>
              <a:t>- Update success rate</a:t>
            </a:r>
          </a:p>
          <a:p>
            <a:r>
              <a:rPr dirty="0"/>
              <a:t>- Flash duration trends</a:t>
            </a:r>
          </a:p>
          <a:p>
            <a:r>
              <a:rPr dirty="0"/>
              <a:t>- Error frequency</a:t>
            </a:r>
          </a:p>
          <a:p>
            <a:endParaRPr dirty="0"/>
          </a:p>
          <a:p>
            <a:r>
              <a:rPr dirty="0"/>
              <a:t>Libraries:</a:t>
            </a:r>
          </a:p>
          <a:p>
            <a:r>
              <a:rPr dirty="0"/>
              <a:t>- Matplotlib</a:t>
            </a:r>
          </a:p>
          <a:p>
            <a:r>
              <a:rPr dirty="0"/>
              <a:t>- </a:t>
            </a:r>
            <a:r>
              <a:rPr dirty="0" err="1"/>
              <a:t>Plotly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Retry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retry based on:</a:t>
            </a:r>
          </a:p>
          <a:p>
            <a:r>
              <a:t>- Past failure probability</a:t>
            </a:r>
          </a:p>
          <a:p>
            <a:r>
              <a:t>- Packet error rate</a:t>
            </a:r>
          </a:p>
          <a:p>
            <a:endParaRPr/>
          </a:p>
          <a:p>
            <a:r>
              <a:t>Not fixed retry 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Anomaly Detection (DS Task)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abnormal behavior:</a:t>
            </a:r>
          </a:p>
          <a:p>
            <a:r>
              <a:t>- Excessive retries</a:t>
            </a:r>
          </a:p>
          <a:p>
            <a:r>
              <a:t>- Unusual flash time</a:t>
            </a:r>
          </a:p>
          <a:p>
            <a:endParaRPr/>
          </a:p>
          <a:p>
            <a:r>
              <a:t>Simple ML models:</a:t>
            </a:r>
          </a:p>
          <a:p>
            <a:r>
              <a:t>- Z-score</a:t>
            </a:r>
          </a:p>
          <a:p>
            <a:r>
              <a:t>- Isolation Forest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Predict:</a:t>
            </a:r>
          </a:p>
          <a:p>
            <a:r>
              <a:t>- Firmware update failure risk</a:t>
            </a:r>
          </a:p>
          <a:p>
            <a:r>
              <a:t>- Communication instability</a:t>
            </a:r>
          </a:p>
          <a:p>
            <a:endParaRPr/>
          </a:p>
          <a:p>
            <a:r>
              <a:t>Input:</a:t>
            </a:r>
          </a:p>
          <a:p>
            <a:r>
              <a:t>- Past logs</a:t>
            </a:r>
          </a:p>
          <a:p>
            <a:r>
              <a:t>- Device stats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for Data Science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Libraries:</a:t>
            </a:r>
          </a:p>
          <a:p>
            <a:r>
              <a:t>- pandas</a:t>
            </a:r>
          </a:p>
          <a:p>
            <a:r>
              <a:t>- numpy</a:t>
            </a:r>
          </a:p>
          <a:p>
            <a:r>
              <a:t>- scikit-learn</a:t>
            </a:r>
          </a:p>
          <a:p>
            <a:r>
              <a:t>- matplotlib / seaborn</a:t>
            </a:r>
          </a:p>
          <a:p>
            <a:endParaRPr/>
          </a:p>
          <a:p>
            <a:r>
              <a:t>Backend Framework:</a:t>
            </a:r>
          </a:p>
          <a:p>
            <a:r>
              <a:t>- Flask / FastAPI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Clear Role Separation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Web Dev:</a:t>
            </a:r>
          </a:p>
          <a:p>
            <a:r>
              <a:rPr dirty="0"/>
              <a:t>- UI &amp; API calls</a:t>
            </a:r>
          </a:p>
          <a:p>
            <a:endParaRPr dirty="0"/>
          </a:p>
          <a:p>
            <a:r>
              <a:rPr dirty="0"/>
              <a:t>Data Science Intern:</a:t>
            </a:r>
          </a:p>
          <a:p>
            <a:r>
              <a:rPr dirty="0"/>
              <a:t>- Data pipelines</a:t>
            </a:r>
          </a:p>
          <a:p>
            <a:r>
              <a:rPr dirty="0"/>
              <a:t>- Analytics</a:t>
            </a:r>
          </a:p>
          <a:p>
            <a:r>
              <a:rPr dirty="0"/>
              <a:t>- ML models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Firmware:</a:t>
            </a:r>
          </a:p>
          <a:p>
            <a:r>
              <a:rPr dirty="0"/>
              <a:t>- Bootloader </a:t>
            </a:r>
            <a:r>
              <a:rPr lang="en-US" dirty="0"/>
              <a:t>+ UART protocols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282</Words>
  <Application>Microsoft Office PowerPoint</Application>
  <PresentationFormat>On-screen Show (4:3)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Project overview</vt:lpstr>
      <vt:lpstr>Advanced Backend Architecture</vt:lpstr>
      <vt:lpstr>Firmware Update Analytics</vt:lpstr>
      <vt:lpstr>Data Logging &amp; Storage</vt:lpstr>
      <vt:lpstr>Health &amp; Reliability Analysis</vt:lpstr>
      <vt:lpstr>Visualization Dashboard (optional but good if possible)</vt:lpstr>
      <vt:lpstr>Intelligent Retry Mechanism</vt:lpstr>
      <vt:lpstr>Anomaly Detection (DS Task)</vt:lpstr>
      <vt:lpstr>Prediction Use Case</vt:lpstr>
      <vt:lpstr>Tech Stack for Data Science </vt:lpstr>
      <vt:lpstr>Clear Role Separation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Yasash MM</cp:lastModifiedBy>
  <cp:revision>4</cp:revision>
  <dcterms:created xsi:type="dcterms:W3CDTF">2013-01-27T09:14:16Z</dcterms:created>
  <dcterms:modified xsi:type="dcterms:W3CDTF">2026-02-02T09:41:39Z</dcterms:modified>
  <cp:category/>
</cp:coreProperties>
</file>